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jZzzJb11MwQQGWKwY2W1Xqcv42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2ae6427c6_0_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2ae6427c6_0_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2ae6427c6_0_2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2ae6427c6_0_1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2ae6427c6_0_1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e2ae6427c6_0_15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2ae6427c6_0_3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2ae6427c6_0_3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e2ae6427c6_0_31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2ae6427c6_0_4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2ae6427c6_0_4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e2ae6427c6_0_40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2ae6427c6_0_4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2ae6427c6_0_4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e2ae6427c6_0_49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4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Cluster-Driven Intelligent ETL For Real-Time Air Quality Monitoring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Mohit Chitkara-2210991929 Pulkit Verma 2210992105 Aayush Dua 2210991133 Tanisha Chopra 2201992441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DR AJAY KATIYAR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4853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151237" y="1492871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 growth of air quality monitoring systems in urban and industrial regions.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Sensors continuously generate massive environmental datasets.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includes: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Particulate Matter (PM2.5, PM10)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CO, NO2 and other gases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Temperature and humidity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processing is essential for accurate monitoring and decision-making.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ETL systems process data structurally but fail to validate contextual consistency.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2ae6427c6_0_2"/>
          <p:cNvSpPr txBox="1"/>
          <p:nvPr/>
        </p:nvSpPr>
        <p:spPr>
          <a:xfrm>
            <a:off x="0" y="1289866"/>
            <a:ext cx="9144000" cy="53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of Traditional ETL Systems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static validation rules.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 heavily on threshold-based approaches.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only on structural correctness.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identify semantic inconsistencies.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 handling of dynamic environmental conditions.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temperature value may be valid individually but inconsistent with humidity and pollution levels.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intelligent ETL framework capable of context-aware semantic validation.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g3e2ae6427c6_0_2"/>
          <p:cNvSpPr txBox="1"/>
          <p:nvPr/>
        </p:nvSpPr>
        <p:spPr>
          <a:xfrm>
            <a:off x="0" y="0"/>
            <a:ext cx="6426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2ae6427c6_0_15"/>
          <p:cNvSpPr txBox="1"/>
          <p:nvPr/>
        </p:nvSpPr>
        <p:spPr>
          <a:xfrm>
            <a:off x="0" y="0"/>
            <a:ext cx="5647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Objective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g3e2ae6427c6_0_15"/>
          <p:cNvSpPr txBox="1"/>
          <p:nvPr/>
        </p:nvSpPr>
        <p:spPr>
          <a:xfrm>
            <a:off x="0" y="1455888"/>
            <a:ext cx="9144000" cy="4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Objective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design a Cluster-Driven Intelligent ETL framework for real-time air quality monitoring.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 Objectives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semantic validation into ETL pipelines.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clustering to identify environmental patterns.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anomalous sensor data in real time.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scalability using stream processing.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false anomaly detections.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reliability of environmental monitoring systems.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2ae6427c6_0_31"/>
          <p:cNvSpPr txBox="1"/>
          <p:nvPr/>
        </p:nvSpPr>
        <p:spPr>
          <a:xfrm>
            <a:off x="0" y="1532514"/>
            <a:ext cx="9144000" cy="4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 Components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Extraction from IoT sensors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Transformation and preprocessing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Clustering of environmental conditions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Variance contribution analysis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deviation scoring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anomaly detection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into data warehouse/data lake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Innovation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Context-aware semantic validation integrated directly into ETL.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g3e2ae6427c6_0_31"/>
          <p:cNvSpPr txBox="1"/>
          <p:nvPr/>
        </p:nvSpPr>
        <p:spPr>
          <a:xfrm>
            <a:off x="51100" y="0"/>
            <a:ext cx="5902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Framework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2ae6427c6_0_40"/>
          <p:cNvSpPr txBox="1"/>
          <p:nvPr/>
        </p:nvSpPr>
        <p:spPr>
          <a:xfrm>
            <a:off x="0" y="761159"/>
            <a:ext cx="9144000" cy="60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Sensors → ETL Pipeline → Clustering → Semantic Validation → Anomaly Detection → Data Storage &amp; Analytics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air quality monitoring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Clustering-based semantic validation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deviation scoring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anomaly detection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stream processing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Sensors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 Processing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Clustering Algorithms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Analytics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Warehousing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e2ae6427c6_0_40"/>
          <p:cNvSpPr txBox="1"/>
          <p:nvPr/>
        </p:nvSpPr>
        <p:spPr>
          <a:xfrm>
            <a:off x="0" y="0"/>
            <a:ext cx="4165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2ae6427c6_0_49"/>
          <p:cNvSpPr txBox="1"/>
          <p:nvPr/>
        </p:nvSpPr>
        <p:spPr>
          <a:xfrm>
            <a:off x="0" y="1558056"/>
            <a:ext cx="9144000" cy="40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ETL systems are insufficient for modern environmental monitoring.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Cluster-Driven Intelligent ETL framework introduces semantic validation.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Clustering and adaptive scoring improve anomaly detection.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processing enhances system reliability.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framework contributes toward scalable and intelligent environmental monitoring.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Statement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system ensures more accurate, reliable, and context-aware air quality monitoring.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g3e2ae6427c6_0_49"/>
          <p:cNvSpPr txBox="1"/>
          <p:nvPr/>
        </p:nvSpPr>
        <p:spPr>
          <a:xfrm>
            <a:off x="600235" y="89397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